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8fd8ccd0fc4151" /><Relationship Type="http://schemas.openxmlformats.org/officeDocument/2006/relationships/extended-properties" Target="/docProps/app.xml" Id="R33e3f9c03a5245d9" /><Relationship Type="http://schemas.openxmlformats.org/officeDocument/2006/relationships/officeDocument" Target="/ppt/presentation.xml" Id="Rc6aec01b747b490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7c82fee4c904133"/>
  </p:sldMasterIdLst>
  <p:notesMasterIdLst>
    <p:notesMasterId xmlns:r="http://schemas.openxmlformats.org/officeDocument/2006/relationships" r:id="Ra194ea0e44944bc1"/>
  </p:notesMasterIdLst>
  <p:sldIdLst>
    <p:sldId xmlns:r="http://schemas.openxmlformats.org/officeDocument/2006/relationships" id="256" r:id="Racebe15535e04c27"/>
    <p:sldId xmlns:r="http://schemas.openxmlformats.org/officeDocument/2006/relationships" id="257" r:id="Re7d1e71688d946d7"/>
    <p:sldId xmlns:r="http://schemas.openxmlformats.org/officeDocument/2006/relationships" id="258" r:id="R745c6ebbea474724"/>
    <p:sldId xmlns:r="http://schemas.openxmlformats.org/officeDocument/2006/relationships" id="259" r:id="R0aa3e61f6dc84dfc"/>
    <p:sldId xmlns:r="http://schemas.openxmlformats.org/officeDocument/2006/relationships" id="260" r:id="R04ce803930c746a6"/>
    <p:sldId xmlns:r="http://schemas.openxmlformats.org/officeDocument/2006/relationships" id="261" r:id="R2581c1354b2a4a79"/>
    <p:sldId xmlns:r="http://schemas.openxmlformats.org/officeDocument/2006/relationships" id="262" r:id="R94ec51e0133e4f68"/>
    <p:sldId xmlns:r="http://schemas.openxmlformats.org/officeDocument/2006/relationships" id="263" r:id="R2a20bfbf0f644db5"/>
    <p:sldId xmlns:r="http://schemas.openxmlformats.org/officeDocument/2006/relationships" id="264" r:id="R4edaf699a8a148c0"/>
    <p:sldId xmlns:r="http://schemas.openxmlformats.org/officeDocument/2006/relationships" id="265" r:id="Re150875b3d7e44ba"/>
    <p:sldId xmlns:r="http://schemas.openxmlformats.org/officeDocument/2006/relationships" id="266" r:id="R96c7f37ca01748fb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fdd32f48011a43dd"/>
      <p:italic xmlns:r="http://schemas.openxmlformats.org/officeDocument/2006/relationships" r:id="R07d160a0e3c14910"/>
    </p:embeddedFont>
    <p:embeddedFont>
      <p:font typeface="Lora SemiBold"/>
      <p:regular xmlns:r="http://schemas.openxmlformats.org/officeDocument/2006/relationships" r:id="Rc4d764a0538e4d95"/>
      <p:bold xmlns:r="http://schemas.openxmlformats.org/officeDocument/2006/relationships" r:id="R85bb281be5ac4c87"/>
      <p:italic xmlns:r="http://schemas.openxmlformats.org/officeDocument/2006/relationships" r:id="R38359f548a3a4f97"/>
      <p:boldItalic xmlns:r="http://schemas.openxmlformats.org/officeDocument/2006/relationships" r:id="R65454a2d2bba49c4"/>
    </p:embeddedFont>
    <p:embeddedFont>
      <p:font typeface="OpenAI Sans"/>
      <p:regular xmlns:r="http://schemas.openxmlformats.org/officeDocument/2006/relationships" r:id="R800410d5a4a04cd2"/>
      <p:bold xmlns:r="http://schemas.openxmlformats.org/officeDocument/2006/relationships" r:id="R5f78283cd2e5407d"/>
      <p:italic xmlns:r="http://schemas.openxmlformats.org/officeDocument/2006/relationships" r:id="Rdb0510729a4345ed"/>
      <p:boldItalic xmlns:r="http://schemas.openxmlformats.org/officeDocument/2006/relationships" r:id="R51457adc885f41ea"/>
    </p:embeddedFont>
    <p:embeddedFont>
      <p:font typeface="Roboto"/>
      <p:regular xmlns:r="http://schemas.openxmlformats.org/officeDocument/2006/relationships" r:id="R13afe6f15ec44520"/>
      <p:bold xmlns:r="http://schemas.openxmlformats.org/officeDocument/2006/relationships" r:id="R02ab88846d9946ca"/>
      <p:italic xmlns:r="http://schemas.openxmlformats.org/officeDocument/2006/relationships" r:id="Rfdb154f1980040c8"/>
      <p:boldItalic xmlns:r="http://schemas.openxmlformats.org/officeDocument/2006/relationships" r:id="R62e3b692bb1f4b18"/>
    </p:embeddedFont>
    <p:embeddedFont>
      <p:font typeface="Roboto Medium"/>
      <p:regular xmlns:r="http://schemas.openxmlformats.org/officeDocument/2006/relationships" r:id="R454809e8eb204b32"/>
      <p:italic xmlns:r="http://schemas.openxmlformats.org/officeDocument/2006/relationships" r:id="Rbd98a779e3254b27"/>
    </p:embeddedFont>
    <p:embeddedFont>
      <p:font typeface="Roboto SemiBold"/>
      <p:regular xmlns:r="http://schemas.openxmlformats.org/officeDocument/2006/relationships" r:id="R73fc0e0564e3413e"/>
      <p:bold xmlns:r="http://schemas.openxmlformats.org/officeDocument/2006/relationships" r:id="R2435b0f3ad014715"/>
      <p:italic xmlns:r="http://schemas.openxmlformats.org/officeDocument/2006/relationships" r:id="Rd876c1efe8054958"/>
      <p:boldItalic xmlns:r="http://schemas.openxmlformats.org/officeDocument/2006/relationships" r:id="R06e2166881c84e1d"/>
    </p:embeddedFont>
    <p:embeddedFont>
      <p:font typeface="Roboto Serif 14pt"/>
      <p:regular xmlns:r="http://schemas.openxmlformats.org/officeDocument/2006/relationships" r:id="R54b0398461174c2e"/>
      <p:bold xmlns:r="http://schemas.openxmlformats.org/officeDocument/2006/relationships" r:id="R530002e5c9b84017"/>
      <p:italic xmlns:r="http://schemas.openxmlformats.org/officeDocument/2006/relationships" r:id="R4cb9bed7d9f64906"/>
      <p:boldItalic xmlns:r="http://schemas.openxmlformats.org/officeDocument/2006/relationships" r:id="R40564d1bfae54d66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b510dd747a477c" /><Relationship Type="http://schemas.openxmlformats.org/officeDocument/2006/relationships/slideMaster" Target="/ppt/slideMasters/slideMaster1.xml" Id="R07c82fee4c904133" /><Relationship Type="http://schemas.openxmlformats.org/officeDocument/2006/relationships/notesMaster" Target="/ppt/notesMasters/notesMaster1.xml" Id="Ra194ea0e44944bc1" /><Relationship Type="http://schemas.openxmlformats.org/officeDocument/2006/relationships/presProps" Target="/ppt/presProps.xml" Id="R08229daa2499460a" /><Relationship Type="http://schemas.openxmlformats.org/officeDocument/2006/relationships/viewProps" Target="/ppt/viewProps.xml" Id="R74ef1886570f4e55" /><Relationship Type="http://schemas.openxmlformats.org/officeDocument/2006/relationships/tableStyles" Target="/ppt/tableStyles.xml" Id="R4385b52f0492412e" /><Relationship Type="http://schemas.openxmlformats.org/officeDocument/2006/relationships/font" Target="/ppt/fonts/font.dat" Id="Rfdd32f48011a43dd" /><Relationship Type="http://schemas.openxmlformats.org/officeDocument/2006/relationships/font" Target="/ppt/fonts/font2.dat" Id="R07d160a0e3c14910" /><Relationship Type="http://schemas.openxmlformats.org/officeDocument/2006/relationships/font" Target="/ppt/fonts/font3.dat" Id="Rc4d764a0538e4d95" /><Relationship Type="http://schemas.openxmlformats.org/officeDocument/2006/relationships/font" Target="/ppt/fonts/font4.dat" Id="R85bb281be5ac4c87" /><Relationship Type="http://schemas.openxmlformats.org/officeDocument/2006/relationships/font" Target="/ppt/fonts/font5.dat" Id="R38359f548a3a4f97" /><Relationship Type="http://schemas.openxmlformats.org/officeDocument/2006/relationships/font" Target="/ppt/fonts/font6.dat" Id="R65454a2d2bba49c4" /><Relationship Type="http://schemas.openxmlformats.org/officeDocument/2006/relationships/font" Target="/ppt/fonts/font7.dat" Id="R800410d5a4a04cd2" /><Relationship Type="http://schemas.openxmlformats.org/officeDocument/2006/relationships/font" Target="/ppt/fonts/font8.dat" Id="R5f78283cd2e5407d" /><Relationship Type="http://schemas.openxmlformats.org/officeDocument/2006/relationships/font" Target="/ppt/fonts/font9.dat" Id="Rdb0510729a4345ed" /><Relationship Type="http://schemas.openxmlformats.org/officeDocument/2006/relationships/font" Target="/ppt/fonts/font10.dat" Id="R51457adc885f41ea" /><Relationship Type="http://schemas.openxmlformats.org/officeDocument/2006/relationships/font" Target="/ppt/fonts/font11.dat" Id="R13afe6f15ec44520" /><Relationship Type="http://schemas.openxmlformats.org/officeDocument/2006/relationships/font" Target="/ppt/fonts/font12.dat" Id="R02ab88846d9946ca" /><Relationship Type="http://schemas.openxmlformats.org/officeDocument/2006/relationships/font" Target="/ppt/fonts/font13.dat" Id="Rfdb154f1980040c8" /><Relationship Type="http://schemas.openxmlformats.org/officeDocument/2006/relationships/font" Target="/ppt/fonts/font14.dat" Id="R62e3b692bb1f4b18" /><Relationship Type="http://schemas.openxmlformats.org/officeDocument/2006/relationships/font" Target="/ppt/fonts/font15.dat" Id="R454809e8eb204b32" /><Relationship Type="http://schemas.openxmlformats.org/officeDocument/2006/relationships/font" Target="/ppt/fonts/font16.dat" Id="Rbd98a779e3254b27" /><Relationship Type="http://schemas.openxmlformats.org/officeDocument/2006/relationships/font" Target="/ppt/fonts/font17.dat" Id="R73fc0e0564e3413e" /><Relationship Type="http://schemas.openxmlformats.org/officeDocument/2006/relationships/font" Target="/ppt/fonts/font18.dat" Id="R2435b0f3ad014715" /><Relationship Type="http://schemas.openxmlformats.org/officeDocument/2006/relationships/font" Target="/ppt/fonts/font19.dat" Id="Rd876c1efe8054958" /><Relationship Type="http://schemas.openxmlformats.org/officeDocument/2006/relationships/font" Target="/ppt/fonts/font20.dat" Id="R06e2166881c84e1d" /><Relationship Type="http://schemas.openxmlformats.org/officeDocument/2006/relationships/font" Target="/ppt/fonts/font21.dat" Id="R54b0398461174c2e" /><Relationship Type="http://schemas.openxmlformats.org/officeDocument/2006/relationships/font" Target="/ppt/fonts/font22.dat" Id="R530002e5c9b84017" /><Relationship Type="http://schemas.openxmlformats.org/officeDocument/2006/relationships/font" Target="/ppt/fonts/font23.dat" Id="R4cb9bed7d9f64906" /><Relationship Type="http://schemas.openxmlformats.org/officeDocument/2006/relationships/font" Target="/ppt/fonts/font24.dat" Id="R40564d1bfae54d66" /><Relationship Type="http://schemas.openxmlformats.org/officeDocument/2006/relationships/slide" Target="/ppt/slides/slide1.xml" Id="Racebe15535e04c27" /><Relationship Type="http://schemas.openxmlformats.org/officeDocument/2006/relationships/slide" Target="/ppt/slides/slide2.xml" Id="Re7d1e71688d946d7" /><Relationship Type="http://schemas.openxmlformats.org/officeDocument/2006/relationships/slide" Target="/ppt/slides/slide3.xml" Id="R745c6ebbea474724" /><Relationship Type="http://schemas.openxmlformats.org/officeDocument/2006/relationships/slide" Target="/ppt/slides/slide4.xml" Id="R0aa3e61f6dc84dfc" /><Relationship Type="http://schemas.openxmlformats.org/officeDocument/2006/relationships/slide" Target="/ppt/slides/slide5.xml" Id="R04ce803930c746a6" /><Relationship Type="http://schemas.openxmlformats.org/officeDocument/2006/relationships/slide" Target="/ppt/slides/slide6.xml" Id="R2581c1354b2a4a79" /><Relationship Type="http://schemas.openxmlformats.org/officeDocument/2006/relationships/slide" Target="/ppt/slides/slide7.xml" Id="R94ec51e0133e4f68" /><Relationship Type="http://schemas.openxmlformats.org/officeDocument/2006/relationships/slide" Target="/ppt/slides/slide8.xml" Id="R2a20bfbf0f644db5" /><Relationship Type="http://schemas.openxmlformats.org/officeDocument/2006/relationships/slide" Target="/ppt/slides/slide9.xml" Id="R4edaf699a8a148c0" /><Relationship Type="http://schemas.openxmlformats.org/officeDocument/2006/relationships/slide" Target="/ppt/slides/slide10.xml" Id="Re150875b3d7e44ba" /><Relationship Type="http://schemas.openxmlformats.org/officeDocument/2006/relationships/slide" Target="/ppt/slides/slide11.xml" Id="R96c7f37ca01748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5dda8a04d242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b5019917948ae" /><Relationship Type="http://schemas.openxmlformats.org/officeDocument/2006/relationships/notesMaster" Target="/ppt/notesMasters/notesMaster1.xml" Id="Rb8c38b577537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57d7d6f774565" /><Relationship Type="http://schemas.openxmlformats.org/officeDocument/2006/relationships/notesMaster" Target="/ppt/notesMasters/notesMaster1.xml" Id="R7c17d3738e1f4e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91392eb1764ea5" /><Relationship Type="http://schemas.openxmlformats.org/officeDocument/2006/relationships/notesMaster" Target="/ppt/notesMasters/notesMaster1.xml" Id="Ra085e476e7f7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ef2407bd0436f" /><Relationship Type="http://schemas.openxmlformats.org/officeDocument/2006/relationships/notesMaster" Target="/ppt/notesMasters/notesMaster1.xml" Id="Ra80c6fca56fb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ed8cd2d9a40b3" /><Relationship Type="http://schemas.openxmlformats.org/officeDocument/2006/relationships/notesMaster" Target="/ppt/notesMasters/notesMaster1.xml" Id="R14f59f0fd11b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78d1994e654b3e" /><Relationship Type="http://schemas.openxmlformats.org/officeDocument/2006/relationships/notesMaster" Target="/ppt/notesMasters/notesMaster1.xml" Id="Rf52aec3dfb4046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ebdcf2eb144586" /><Relationship Type="http://schemas.openxmlformats.org/officeDocument/2006/relationships/notesMaster" Target="/ppt/notesMasters/notesMaster1.xml" Id="Rdb63af566b0e42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33c3ce985d4473" /><Relationship Type="http://schemas.openxmlformats.org/officeDocument/2006/relationships/notesMaster" Target="/ppt/notesMasters/notesMaster1.xml" Id="R00c7d088d00043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1dc10c9000423c" /><Relationship Type="http://schemas.openxmlformats.org/officeDocument/2006/relationships/notesMaster" Target="/ppt/notesMasters/notesMaster1.xml" Id="R0ab1cc0d81e046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60a6f24a2b4617" /><Relationship Type="http://schemas.openxmlformats.org/officeDocument/2006/relationships/notesMaster" Target="/ppt/notesMasters/notesMaster1.xml" Id="R0639ecf0394541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2c4ef06e824186" /><Relationship Type="http://schemas.openxmlformats.org/officeDocument/2006/relationships/notesMaster" Target="/ppt/notesMasters/notesMaster1.xml" Id="Rf5af01bc0bbf42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JohnnyStore — учебный одностраничный интернет-магазин техники, собранный как цельный продукт. Сегодня я покажу не только интерфейс, но и то, как устроен пользовательский сценарий и кодовая база.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коротко обозначьте логику рассказа: сначала проблема и ценность, затем путь пользователя, потом техническая реализация и честный разговор о том, что уже готово и что логично делать дальше.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мысль слайда: проект уже демонстрирует связный пользовательский опыт. Важно подчеркнуть, что локальные данные — осознанное ограничение учебного MVP, а productService оставляет точку замены на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ценность через четыре слоя: пользователь может найти товар, сузить выбор, принять решение и завершить покупку. Последняя карточка показывает, что проект учитывает не только визуальный слой, но и базовую доступность.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этом слайде перечислите то, что можно показать в демо без дополнительных пояснений: каталог, checkout и состояния интерфейса. Отдельно скажите, что оплата учебная и не подключена к реальному платёжному провайдеру.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Расскажите об архитектуре сверху вниз: App задаёт маршруты, Layout собирает общую оболочку, Context-модули владеют состоянием, а productService скрывает источник данных. Это показывает, что структура проекта поддерживает дальнейшее расширение.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Проведите аудиторию по flow слева направо. Затем покажите, что каждому шагу соответствует понятный технический слой: маршруты, контексты, сервис данных и persistence в localStorage.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смысловой акцент презентации. Скажите: ценность JohnnyStore не в количестве экранов, а в том, что эти экраны работают вместе и ведут пользователя к понятному результату.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опирайтесь на цифры из исходного каталога: 42 позиции, шесть категорий. Важно честно обозначить ограничение: данные локальные, а оплата учебная. Это не скрывает ценность прототипа, а задаёт понятный план развития.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График показывает распределение каталога. Аксессуары дают самый широкий слой данных, а основные устройства распределены равномерно. Это хороший фундамент для будущего API, фильтров и аналитики ассортимента.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Финал: сформулируйте три следующих действия. Первое — подключить API через уже выделенный productService. Второе — добавить тесты для основных reducer и checkout-сценариев. Третье — вынести заказ и оплату в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15dcd6d8946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c99ed5b6f48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f5b00539e48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dbb6308b146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99aa6305341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1770d88c34d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503e69f8e45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f656abaa742b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c7525a632a4193" /><Relationship Type="http://schemas.openxmlformats.org/officeDocument/2006/relationships/slideLayout" Target="/ppt/slideLayouts/slideLayout1.xml" Id="R00acb3d95d2c47cc" /><Relationship Type="http://schemas.openxmlformats.org/officeDocument/2006/relationships/slideLayout" Target="/ppt/slideLayouts/slideLayout2.xml" Id="Rd176d513794d4197" /><Relationship Type="http://schemas.openxmlformats.org/officeDocument/2006/relationships/slideLayout" Target="/ppt/slideLayouts/slideLayout3.xml" Id="R6ebdb7ff089f4ffb" /><Relationship Type="http://schemas.openxmlformats.org/officeDocument/2006/relationships/slideLayout" Target="/ppt/slideLayouts/slideLayout4.xml" Id="R172eb1e99ce34452" /><Relationship Type="http://schemas.openxmlformats.org/officeDocument/2006/relationships/slideLayout" Target="/ppt/slideLayouts/slideLayout5.xml" Id="R044fbf362b66425e" /><Relationship Type="http://schemas.openxmlformats.org/officeDocument/2006/relationships/slideLayout" Target="/ppt/slideLayouts/slideLayout6.xml" Id="R6aee83813bf14ffa" /><Relationship Type="http://schemas.openxmlformats.org/officeDocument/2006/relationships/slideLayout" Target="/ppt/slideLayouts/slideLayout7.xml" Id="Ra338c50700304cb8" /><Relationship Type="http://schemas.openxmlformats.org/officeDocument/2006/relationships/slideLayout" Target="/ppt/slideLayouts/slideLayout8.xml" Id="R40fc0d6a6a9d40d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cb3d95d2c47cc"/>
    <p:sldLayoutId xmlns:r="http://schemas.openxmlformats.org/officeDocument/2006/relationships" id="2147483650" r:id="Rd176d513794d4197"/>
    <p:sldLayoutId xmlns:r="http://schemas.openxmlformats.org/officeDocument/2006/relationships" id="2147483651" r:id="R6ebdb7ff089f4ffb"/>
    <p:sldLayoutId xmlns:r="http://schemas.openxmlformats.org/officeDocument/2006/relationships" id="2147483652" r:id="R172eb1e99ce34452"/>
    <p:sldLayoutId xmlns:r="http://schemas.openxmlformats.org/officeDocument/2006/relationships" id="2147483653" r:id="R044fbf362b66425e"/>
    <p:sldLayoutId xmlns:r="http://schemas.openxmlformats.org/officeDocument/2006/relationships" id="2147483654" r:id="R6aee83813bf14ffa"/>
    <p:sldLayoutId xmlns:r="http://schemas.openxmlformats.org/officeDocument/2006/relationships" id="2147483655" r:id="Ra338c50700304cb8"/>
    <p:sldLayoutId xmlns:r="http://schemas.openxmlformats.org/officeDocument/2006/relationships" id="2147483656" r:id="R40fc0d6a6a9d40d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7d8f7fb134f02" /><Relationship Type="http://schemas.openxmlformats.org/officeDocument/2006/relationships/notesSlide" Target="/ppt/notesSlides/notesSlide1.xml" Id="R5f9bf9adbd49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eb7057e544593" /><Relationship Type="http://schemas.openxmlformats.org/officeDocument/2006/relationships/notesSlide" Target="/ppt/notesSlides/notesSlide2.xml" Id="Raf1934e3748b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c7e395a73f4be7" /><Relationship Type="http://schemas.openxmlformats.org/officeDocument/2006/relationships/notesSlide" Target="/ppt/notesSlides/notesSlide3.xml" Id="R1c8dd9e466c349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787323e1241ef" /><Relationship Type="http://schemas.openxmlformats.org/officeDocument/2006/relationships/notesSlide" Target="/ppt/notesSlides/notesSlide4.xml" Id="R8f21c277b0b9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9f4c664234069" /><Relationship Type="http://schemas.openxmlformats.org/officeDocument/2006/relationships/notesSlide" Target="/ppt/notesSlides/notesSlide5.xml" Id="Rcda7d97b061e45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0e9a3b25b4660" /><Relationship Type="http://schemas.openxmlformats.org/officeDocument/2006/relationships/notesSlide" Target="/ppt/notesSlides/notesSlide6.xml" Id="R97e0b937f60745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c2ce462a2f4a9b" /><Relationship Type="http://schemas.openxmlformats.org/officeDocument/2006/relationships/notesSlide" Target="/ppt/notesSlides/notesSlide7.xml" Id="R232778e914b448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79a59575e4bb5" /><Relationship Type="http://schemas.openxmlformats.org/officeDocument/2006/relationships/notesSlide" Target="/ppt/notesSlides/notesSlide8.xml" Id="R2e8cf33295a542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f7675c75045ca" /><Relationship Type="http://schemas.openxmlformats.org/officeDocument/2006/relationships/notesSlide" Target="/ppt/notesSlides/notesSlide9.xml" Id="R9a67cf3cb29342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bb026b45444c7" /><Relationship Type="http://schemas.openxmlformats.org/officeDocument/2006/relationships/notesSlide" Target="/ppt/notesSlides/notesSlide10.xml" Id="R1bda344cffba49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0b31aa3f045d5" /><Relationship Type="http://schemas.openxmlformats.org/officeDocument/2006/relationships/notesSlide" Target="/ppt/notesSlides/notesSlide11.xml" Id="R6ab01ea4ed2a45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JohnnyStore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Обзор продукта, пользовательского пути и архитектуры учебного e-commerce проекта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ОКТЯБРЬ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FRONTRAIN / JOHNNYSTORE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55E37950-7F9C-476B-B8DC-9832F0B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JohnnyStore: обзор проекта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Содержание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9D52EC61-57B4-41BB-83AE-20CC3E8183FD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Идея продукта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JohnnyStore как учебный e-commerce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Пользовательский путь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От каталога до подтверждения заказа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Архитектура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React, Router, Context API и слой данных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Текущий статус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42 товара, 6 категорий, полный основной сценарий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Следующие шаги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API, тесты и реальный backend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Демо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Ключевые решения и ограничения проекта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9058C9C-4000-4C7A-839B-79500403B1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JohnnyStore уже выглядит как продукт, а не набор отдельных экранов.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4ABCC2FD-8394-4BE6-906F-874E66C553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EB0D0D6-9F19-4EDB-1B7A-65BF181B1A1D}" type="slidenum">
              <a:t>Зафиксировать следующий шаг: подключить API и backend, сохранив текущий интерфейс и сервисный слой.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Текущий статус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Сильная сторона проекта — связность: единое состояние каталога, корзины, избранного, сравнения и темы.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вывод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Проект собран как цельный shopping flow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Резюме проекта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B6D1904F-022A-4C12-B801-46AB2BC3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Решение на следующий этап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Учебный MVP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Итог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5718830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Ключевая ценность для пользователя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6 категорий техники и поиск без перезагрузки.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Один интерфейс закрывает выбор, сравнение, сохранение и покупку техники.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Категория, цена, бренд, наличие и сортировка.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Фильтры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Корзина, валидация checkout и подтверждение заказа.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Покупка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Адаптивность, keyboard focus и reduced motion.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Что уже реализовано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Поиск, фильтры, сортировка, категории и карточки товаров.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Валидация формы, доставка, оплата и учебный номер заказа.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Checkout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Skeleton Loader, Error, Empty, 404, темы и mobile navigation.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Состояния интерфейса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Context API + useReducer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Корзина, каталог, избранное, сравнение и тема живут отдельно.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productService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Локальный JSON изолирован от компонентов и готов к замене на API.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Архитектура продукта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React + Router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Страницы и маршрутизация собраны вокруг единого Layout.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Такой разрез упрощает развитие проекта и подключение backend без переписывания страниц.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1. Найти товар через категории, поиск и фильтры.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2. Открыть карточку и добавить в корзину или сравнение.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3. Проверить заказ и пройти валидацию checkout.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4. Получить учебный номер заказа и очистить корзину.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2D94613-2318-AF8E-5E44-A9368AF45A21}" type="slidenum">
              <a:t>• React + Vite + React Router</a:t>
            </a:fld>
            <a:endParaRPr/>
          </a:p>
          <a:p xmlns:a="http://schemas.openxmlformats.org/drawingml/2006/main">
            <a:fld id="{DB66ABA5-BEC9-1EDD-5E03-0EF99B631C08}" type="slidenum">
              <a:t>• Context API и useReducer</a:t>
            </a:fld>
            <a:endParaRPr/>
          </a:p>
          <a:p xmlns:a="http://schemas.openxmlformats.org/drawingml/2006/main">
            <a:fld id="{44618FFC-A248-6F9D-0559-42BF5226347E}" type="slidenum">
              <a:t>• Fetch API через productService</a:t>
            </a:fld>
            <a:endParaRPr/>
          </a:p>
          <a:p xmlns:a="http://schemas.openxmlformats.org/drawingml/2006/main">
            <a:fld id="{2A482979-3790-306B-CD2F-108ABEF4CA98}" type="slidenum">
              <a:t>• localStorage для cart, favorites и theme</a:t>
            </a:fld>
            <a:endParaRPr/>
          </a:p>
          <a:p xmlns:a="http://schemas.openxmlformats.org/drawingml/2006/main">
            <a:fld id="{5023409B-3904-89AB-E7BD-D1939C33297F}" type="slidenum">
              <a:t>• CSS media queries для desktop, tablet и mobile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Пользовательский путь и техническая реализация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flow: главная → каталог → товар → корзина → checkout →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Учебный проект собран как настоящий e-commerce experience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В нём есть не только витрина, но и полный пользовательский сценарий: поиск, выбор, сравнение, покупка и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и покрытие сценариев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73CA92D8-85FF-4D8D-895C-9E2D7EE40427}"/>
              </a:ext>
            </a:extLst>
          </p:cNvPr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4095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Товаров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Пример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Сценарии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Смартфоны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iPhone 17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поиск, фильтр, корзина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Ноутбуки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MacBook Air 13” M3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карточка,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Планшеты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iPad Air 11” M2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избранное, отзывы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Наушники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AirPods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фильтр, checkout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Мониторы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Studio Display 27”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Аксессуары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Pencil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поиск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Итого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catalog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основной 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Источник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src/data/products.json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productService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нет реальной оплаты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учебный 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Каталог содержит 42 позиции в 6 категориях. Все товары приходят из локального JSON через productService.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Фактический scope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как база для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42 товара в 6 категориях.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Локальный scope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Оплата учебная, backend пока не подключён.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Ограничение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productService отделяет UI от источника данных.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API-ready слой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DB7FD39-FDFD-438F-BB6E-46C0847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3357B8"/>
                </a:solidFill>
              </a:defRPr>
            </a:defPPr>
            <a:lvl1pPr algn="ctr">
              <a:defRPr sz="3150" b="1">
                <a:solidFill>
                  <a:srgbClr val="3357B8"/>
                </a:solidFill>
              </a:defRPr>
            </a:lvl1pPr>
            <a:lvl2pPr algn="ctr">
              <a:defRPr sz="3150" b="1">
                <a:solidFill>
                  <a:srgbClr val="3357B8"/>
                </a:solidFill>
              </a:defRPr>
            </a:lvl2pPr>
            <a:lvl3pPr algn="ctr">
              <a:defRPr sz="3150" b="1">
                <a:solidFill>
                  <a:srgbClr val="3357B8"/>
                </a:solidFill>
              </a:defRPr>
            </a:lvl3pPr>
            <a:lvl4pPr algn="ctr">
              <a:defRPr sz="3150" b="1">
                <a:solidFill>
                  <a:srgbClr val="3357B8"/>
                </a:solidFill>
              </a:defRPr>
            </a:lvl4pPr>
            <a:lvl5pPr algn="ctr">
              <a:defRPr sz="3150" b="1">
                <a:solidFill>
                  <a:srgbClr val="3357B8"/>
                </a:solidFill>
              </a:defRPr>
            </a:lvl5pPr>
            <a:lvl6pPr algn="ctr">
              <a:defRPr sz="3150" b="1">
                <a:solidFill>
                  <a:srgbClr val="3357B8"/>
                </a:solidFill>
              </a:defRPr>
            </a:lvl6pPr>
            <a:lvl7pPr algn="ctr">
              <a:defRPr sz="3150" b="1">
                <a:solidFill>
                  <a:srgbClr val="3357B8"/>
                </a:solidFill>
              </a:defRPr>
            </a:lvl7pPr>
            <a:lvl8pPr algn="ctr">
              <a:defRPr sz="3150" b="1">
                <a:solidFill>
                  <a:srgbClr val="3357B8"/>
                </a:solidFill>
              </a:defRPr>
            </a:lvl8pPr>
            <a:lvl9pPr algn="ctr">
              <a:defRPr sz="31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42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товара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6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Готовность к следующему этапу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6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Следующий шаг: API + backend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12%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Lorem ipsum dolor </a:t>
            </a:r>
            <a:br>
              <a:rPr sz="1600"/>
            </a:br>
            <a:r>
              <a:rPr sz="1600"/>
              <a:t>sit </a:t>
            </a:r>
            <a:r>
              <a:rPr sz="1600"/>
              <a:t>amet</a:t>
            </a:r>
            <a:r>
              <a:rPr sz="1600"/>
              <a:t>, </a:t>
            </a:r>
            <a:r>
              <a:rPr sz="1600"/>
              <a:t>consectetur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42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8D54A011-F966-4689-BB47-4BD4ADDC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3357B8"/>
                </a:solidFill>
              </a:defRPr>
            </a:defPPr>
            <a:lvl1pPr algn="ctr">
              <a:defRPr sz="2250" b="1">
                <a:solidFill>
                  <a:srgbClr val="3357B8"/>
                </a:solidFill>
              </a:defRPr>
            </a:lvl1pPr>
            <a:lvl2pPr algn="ctr">
              <a:defRPr sz="2250" b="1">
                <a:solidFill>
                  <a:srgbClr val="3357B8"/>
                </a:solidFill>
              </a:defRPr>
            </a:lvl2pPr>
            <a:lvl3pPr algn="ctr">
              <a:defRPr sz="2250" b="1">
                <a:solidFill>
                  <a:srgbClr val="3357B8"/>
                </a:solidFill>
              </a:defRPr>
            </a:lvl3pPr>
            <a:lvl4pPr algn="ctr">
              <a:defRPr sz="2250" b="1">
                <a:solidFill>
                  <a:srgbClr val="3357B8"/>
                </a:solidFill>
              </a:defRPr>
            </a:lvl4pPr>
            <a:lvl5pPr algn="ctr">
              <a:defRPr sz="2250" b="1">
                <a:solidFill>
                  <a:srgbClr val="3357B8"/>
                </a:solidFill>
              </a:defRPr>
            </a:lvl5pPr>
            <a:lvl6pPr algn="ctr">
              <a:defRPr sz="2250" b="1">
                <a:solidFill>
                  <a:srgbClr val="3357B8"/>
                </a:solidFill>
              </a:defRPr>
            </a:lvl6pPr>
            <a:lvl7pPr algn="ctr">
              <a:defRPr sz="2250" b="1">
                <a:solidFill>
                  <a:srgbClr val="3357B8"/>
                </a:solidFill>
              </a:defRPr>
            </a:lvl7pPr>
            <a:lvl8pPr algn="ctr">
              <a:defRPr sz="2250" b="1">
                <a:solidFill>
                  <a:srgbClr val="3357B8"/>
                </a:solidFill>
              </a:defRPr>
            </a:lvl8pPr>
            <a:lvl9pPr algn="ctr">
              <a:defRPr sz="22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API + backend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Тесты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Реальная оплата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2026-10-24T14:43:19.6090000Z</dcterms:created>
  <dcterms:modified xsi:type="dcterms:W3CDTF">2026-10-24T14:43:19.6090000Z</dcterms:modified>
</coreProperties>
</file>